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12192000" cy="6858000" type="custom"/>
  <p:notesSz cx="6858000" cy="9144000"/>
  <p:defaultTextStyle>
    <a:defPPr defTabSz="914400">
      <a:defRPr lang="en-US" dirty="0"/>
    </a:defPPr>
    <a:lvl1pPr marL="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3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" Type="http://schemas.openxmlformats.org/officeDocument/2006/relationships/tableStyles" Target="tableStyles.xml" /><Relationship Id="rId4" Type="http://schemas.openxmlformats.org/officeDocument/2006/relationships/theme" Target="theme/theme1.xml" /><Relationship Id="rId6" Type="http://schemas.openxmlformats.org/officeDocument/2006/relationships/slide" Target="slides/slide1.xml" /><Relationship Id="rId7" Type="http://schemas.openxmlformats.org/officeDocument/2006/relationships/slide" Target="slides/slide2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/ppt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SyncfusionLicense"/>
          <p:cNvSpPr txBox="1">
            <a:spLocks noChangeArrowheads="1"/>
          </p:cNvSpPr>
          <p:nvPr/>
        </p:nvSpPr>
        <p:spPr>
          <a:xfrm rot="19980000">
            <a:off x="3206750" y="3111500"/>
            <a:ext cx="5778500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wrap="square">
            <a:spAutoFit/>
          </a:bodyPr>
          <a:lstStyle/>
          <a:p>
            <a:pPr algn="ctr" defTabSz="914400">
              <a:defRPr sz="1800" dirty="0">
                <a:solidFill>
                  <a:srgbClr val="FF0000"/>
                </a:solidFill>
              </a:defRPr>
            </a:pPr>
            <a:r>
              <a:rPr/>
              <a:t>Created with a trial version of Syncfusion PowerPoint library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rgbClr val="1A237E"/>
          </a:solidFill>
          <a:latin typeface="+mj-lt"/>
          <a:ea typeface="+mj-ea"/>
          <a:cs typeface="+mj-cs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www.syncfusion.com/account/claim-license-key?pl=cG93ZXJwb2ludA==&amp;vs=MzMuMi4z" TargetMode="Externa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hyperlink" Target="https://www.syncfusion.com/account/claim-license-key?pl=cG93ZXJwb2ludA==&amp;vs=MzMuMi4z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914400">
              <a:defRPr sz="4400" b="1" dirty="0"/>
            </a:pPr>
            <a:r>
              <a:rPr/>
              <a:t>HR SKYDDSROND: REGION MITT - 2026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914400">
              <a:defRPr sz="1800" dirty="0"/>
            </a:pPr>
            <a:r>
              <a:rPr/>
              <a:t>STRATEGIC AUDIT // 2026
INSPECTOR: Karin HR-specialist</a:t>
            </a:r>
          </a:p>
        </p:txBody>
      </p:sp>
      <p:sp>
        <p:nvSpPr>
          <p:cNvPr id="4" name="SyncfusionLicense"/>
          <p:cNvSpPr txBox="1">
            <a:spLocks noChangeArrowheads="1"/>
          </p:cNvSpPr>
          <p:nvPr/>
        </p:nvSpPr>
        <p:spPr>
          <a:xfrm rot="0">
            <a:off x="0" y="5715000"/>
            <a:ext cx="12192000" cy="1143000"/>
          </a:xfrm>
          <a:prstGeom prst="rect">
            <a:avLst/>
          </a:prstGeom>
          <a:solidFill>
            <a:srgbClr val="FFFFFF"/>
          </a:solidFill>
          <a:ln>
            <a:headEnd type="none"/>
            <a:tailEnd type="none"/>
          </a:ln>
        </p:spPr>
        <p:txBody>
          <a:bodyPr anchor="ctr" wrap="square">
            <a:spAutoFit/>
          </a:bodyPr>
          <a:lstStyle/>
          <a:p>
            <a:pPr algn="ctr" defTabSz="914400">
              <a:defRPr sz="1800" dirty="0">
                <a:solidFill>
                  <a:srgbClr val="FF0000"/>
                </a:solidFill>
              </a:defRPr>
            </a:pPr>
            <a:r>
              <a:rPr/>
              <a:t>Created with a trial version of Syncfusion PowerPoint library or registered the wrong key in your application. Click </a:t>
            </a:r>
            <a:r>
              <a:rPr dirty="0">
                <a:solidFill>
                  <a:srgbClr val="0000FF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/>
              <a:t> to obtain the valid key.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 rot="0">
            <a:off x="0" y="0"/>
            <a:ext cx="12192000" cy="762000"/>
          </a:xfrm>
          <a:prstGeom prst="rect">
            <a:avLst/>
          </a:prstGeom>
          <a:solidFill>
            <a:srgbClr val="1A237E"/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 defTabSz="914400">
              <a:defRPr sz="2000" b="1" dirty="0"/>
            </a:pPr>
            <a:r>
              <a:rPr/>
              <a:t>OPERATIONAL PERFORMANCE METRICS</a:t>
            </a:r>
          </a:p>
        </p:txBody>
      </p:sp>
      <p:graphicFrame>
        <p:nvGraphicFramePr>
          <p:cNvPr id="3" name="Table 3"/>
          <p:cNvGraphicFramePr/>
          <p:nvPr/>
        </p:nvGraphicFramePr>
        <p:xfrm rot="0">
          <a:off x="635000" y="1270000"/>
          <a:ext cx="10922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0"/>
                <a:gridCol w="5461000"/>
              </a:tblGrid>
              <a:tr h="317500">
                <a:tc>
                  <a:txBody>
                    <a:bodyPr/>
                    <a:lstStyle/>
                    <a:p>
                      <a:pPr defTabSz="914400">
                        <a:defRPr b="1" dirty="0"/>
                      </a:pPr>
                      <a:r>
                        <a:rPr/>
                        <a:t>INSPECTION AREA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dirty="0"/>
                      </a:pPr>
                      <a:r>
                        <a:rPr/>
                        <a:t>PERFORMANCE SCORE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Ljudnivå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3,2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Belysning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4,5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Temperatur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dirty="0"/>
                      </a:pPr>
                      <a:r>
                        <a:rPr/>
                        <a:t>2,8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Luftkvalitet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3,5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Skrivbordsinställning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4,1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Stolsergonomi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3,9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Skärmhöjd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4,7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Stressnivå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dirty="0"/>
                      </a:pPr>
                      <a:r>
                        <a:rPr/>
                        <a:t>2,1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Arbetsbelastning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dirty="0"/>
                      </a:pPr>
                      <a:r>
                        <a:rPr/>
                        <a:t>2,5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Återhämtning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3,2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Ledarskap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4,8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Teamdynamik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4,4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Kommunikation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4,0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Kränkande särbehandling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5,0</a:t>
                      </a:r>
                    </a:p>
                  </a:txBody>
                  <a:tcPr horzOverflow="overflow"/>
                </a:tc>
              </a:tr>
              <a:tr h="317500"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Hot &amp; Våld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/>
                        <a:t>4,9</a:t>
                      </a:r>
                    </a:p>
                  </a:txBody>
                  <a:tcPr horzOverflow="overflow"/>
                </a:tc>
              </a:tr>
            </a:tbl>
          </a:graphicData>
        </a:graphic>
      </p:graphicFrame>
      <p:sp>
        <p:nvSpPr>
          <p:cNvPr id="4" name="Rectangle4"/>
          <p:cNvSpPr>
            <a:spLocks/>
          </p:cNvSpPr>
          <p:nvPr/>
        </p:nvSpPr>
        <p:spPr>
          <a:xfrm rot="0">
            <a:off x="635000" y="6350000"/>
            <a:ext cx="5080000" cy="381000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defTabSz="914400">
              <a:defRPr sz="900" dirty="0"/>
            </a:pPr>
            <a:r>
              <a:rPr/>
              <a:t>Generated via Syncfusion Engine | 2026-04-23</a:t>
            </a:r>
          </a:p>
        </p:txBody>
      </p:sp>
      <p:sp>
        <p:nvSpPr>
          <p:cNvPr id="5" name="SyncfusionLicense"/>
          <p:cNvSpPr txBox="1">
            <a:spLocks noChangeArrowheads="1"/>
          </p:cNvSpPr>
          <p:nvPr/>
        </p:nvSpPr>
        <p:spPr>
          <a:xfrm rot="0">
            <a:off x="0" y="5715000"/>
            <a:ext cx="12192000" cy="1143000"/>
          </a:xfrm>
          <a:prstGeom prst="rect">
            <a:avLst/>
          </a:prstGeom>
          <a:solidFill>
            <a:srgbClr val="FFFFFF"/>
          </a:solidFill>
          <a:ln>
            <a:headEnd type="none"/>
            <a:tailEnd type="none"/>
          </a:ln>
        </p:spPr>
        <p:txBody>
          <a:bodyPr anchor="ctr" wrap="square">
            <a:spAutoFit/>
          </a:bodyPr>
          <a:lstStyle/>
          <a:p>
            <a:pPr algn="ctr" defTabSz="914400">
              <a:defRPr sz="1800" dirty="0">
                <a:solidFill>
                  <a:srgbClr val="FF0000"/>
                </a:solidFill>
              </a:defRPr>
            </a:pPr>
            <a:r>
              <a:rPr/>
              <a:t>Created with a trial version of Syncfusion PowerPoint library or registered the wrong key in your application. Click </a:t>
            </a:r>
            <a:r>
              <a:rPr dirty="0">
                <a:solidFill>
                  <a:srgbClr val="0000FF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/>
              <a:t> to obtain the valid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Essential Presentation</Application>
  <Characters>0</Characters>
  <Lines>0</Lines>
  <MMClips>0</MMClips>
  <Notes>0</Notes>
  <Pages>0</Pages>
  <Paragraphs>0</Paragraphs>
  <HiddenSlides>0</HiddenSlides>
  <LinksUpToDate>false</LinksUpToDate>
  <ScaleCrop>false</ScaleCrop>
  <Slides>0</Slides>
  <TotalTime>0</TotalTime>
  <Words>0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terms:modified xsi:type="dcterms:W3CDTF">2026-04-27T08:08:45Z</dcterms:modified>
</cp:coreProperties>
</file>