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</p:sldIdLst>
  <p:sldSz cx="12192000" cy="6858000" type="custom"/>
  <p:notesSz cx="6858000" cy="9144000"/>
  <p:defaultTextStyle>
    <a:defPPr defTabSz="914400">
      <a:defRPr lang="en-US" dirty="0"/>
    </a:defPPr>
    <a:lvl1pPr marL="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1pPr>
    <a:lvl2pPr marL="45720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2pPr>
    <a:lvl3pPr marL="91440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3pPr>
    <a:lvl4pPr marL="137160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4pPr>
    <a:lvl5pPr marL="182880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5pPr>
    <a:lvl6pPr marL="228600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6pPr>
    <a:lvl7pPr marL="274320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7pPr>
    <a:lvl8pPr marL="320040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8pPr>
    <a:lvl9pPr marL="3657600" rtl="0" algn="l" defTabSz="914400">
      <a:defRPr sz="1800" kern="1200" dirty="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/>
    <p:restoredTop sz="94660"/>
  </p:normalViewPr>
  <p:slideViewPr>
    <p:cSldViewPr snapToGrid="0">
      <p:cViewPr varScale="1">
        <p:scale>
          <a:sx n="71" d="100"/>
          <a:sy n="71" d="100"/>
        </p:scale>
        <p:origin x="61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Relationship Id="rId6" Type="http://schemas.openxmlformats.org/officeDocument/2006/relationships/slide" Target="slides/slide1.xml" /><Relationship Id="rId7" Type="http://schemas.openxmlformats.org/officeDocument/2006/relationships/slide" Target="slides/slide2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>
            <a:headEnd type="none"/>
            <a:tailEnd type="none"/>
          </a:ln>
        </p:spPr>
        <p:txBody>
          <a:bodyPr anchor="b" wrap="square"/>
          <a:lstStyle>
            <a:lvl1pPr algn="ctr">
              <a:defRPr sz="6000" dirty="0"/>
            </a:lvl1pPr>
          </a:lstStyle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ln>
            <a:headEnd type="none"/>
            <a:tailEnd type="none"/>
          </a:ln>
        </p:spPr>
        <p:txBody>
          <a:bodyPr wrap="square"/>
          <a:lstStyle>
            <a:lvl1pPr marL="0" indent="0" algn="ctr">
              <a:buNone/>
              <a:defRPr sz="2400" dirty="0"/>
            </a:lvl1pPr>
            <a:lvl2pPr marL="457200" indent="0" algn="ctr">
              <a:buNone/>
              <a:defRPr sz="2000" dirty="0"/>
            </a:lvl2pPr>
            <a:lvl3pPr marL="914400" indent="0" algn="ctr">
              <a:buNone/>
              <a:defRPr sz="1800" dirty="0"/>
            </a:lvl3pPr>
            <a:lvl4pPr marL="1371600" indent="0" algn="ctr">
              <a:buNone/>
              <a:defRPr sz="1600" dirty="0"/>
            </a:lvl4pPr>
            <a:lvl5pPr marL="1828800" indent="0" algn="ctr">
              <a:buNone/>
              <a:defRPr sz="1600" dirty="0"/>
            </a:lvl5pPr>
            <a:lvl6pPr marL="2286000" indent="0" algn="ctr">
              <a:buNone/>
              <a:defRPr sz="1600" dirty="0"/>
            </a:lvl6pPr>
            <a:lvl7pPr marL="2743200" indent="0" algn="ctr">
              <a:buNone/>
              <a:defRPr sz="1600" dirty="0"/>
            </a:lvl7pPr>
            <a:lvl8pPr marL="3200400" indent="0" algn="ctr">
              <a:buNone/>
              <a:defRPr sz="1600" dirty="0"/>
            </a:lvl8pPr>
            <a:lvl9pPr marL="3657600" indent="0" algn="ctr">
              <a:buNone/>
              <a:defRPr sz="1600" dirty="0"/>
            </a:lvl9pPr>
          </a:lstStyle>
          <a:p>
            <a:pPr/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ln>
            <a:headEnd type="none"/>
            <a:tailEnd type="none"/>
          </a:ln>
        </p:spPr>
        <p:txBody>
          <a:bodyPr anchor="b" wrap="square"/>
          <a:lstStyle>
            <a:lvl1pPr>
              <a:defRPr sz="6000" dirty="0"/>
            </a:lvl1pPr>
          </a:lstStyle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2400" dirty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 dirty="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 dirty="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 dirty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ln>
            <a:headEnd type="none"/>
            <a:tailEnd type="none"/>
          </a:ln>
        </p:spPr>
        <p:txBody>
          <a:bodyPr anchor="b" wrap="square"/>
          <a:lstStyle>
            <a:lvl1pPr marL="0" indent="0">
              <a:buNone/>
              <a:defRPr sz="2400" b="1" dirty="0"/>
            </a:lvl1pPr>
            <a:lvl2pPr marL="457200" indent="0">
              <a:buNone/>
              <a:defRPr sz="2000" b="1" dirty="0"/>
            </a:lvl2pPr>
            <a:lvl3pPr marL="914400" indent="0">
              <a:buNone/>
              <a:defRPr sz="1800" b="1" dirty="0"/>
            </a:lvl3pPr>
            <a:lvl4pPr marL="1371600" indent="0">
              <a:buNone/>
              <a:defRPr sz="1600" b="1" dirty="0"/>
            </a:lvl4pPr>
            <a:lvl5pPr marL="1828800" indent="0">
              <a:buNone/>
              <a:defRPr sz="1600" b="1" dirty="0"/>
            </a:lvl5pPr>
            <a:lvl6pPr marL="2286000" indent="0">
              <a:buNone/>
              <a:defRPr sz="1600" b="1" dirty="0"/>
            </a:lvl6pPr>
            <a:lvl7pPr marL="2743200" indent="0">
              <a:buNone/>
              <a:defRPr sz="1600" b="1" dirty="0"/>
            </a:lvl7pPr>
            <a:lvl8pPr marL="3200400" indent="0">
              <a:buNone/>
              <a:defRPr sz="1600" b="1" dirty="0"/>
            </a:lvl8pPr>
            <a:lvl9pPr marL="3657600" indent="0">
              <a:buNone/>
              <a:defRPr sz="1600" b="1" dirty="0"/>
            </a:lvl9pPr>
          </a:lstStyle>
          <a:p>
            <a:pPr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ln>
            <a:headEnd type="none"/>
            <a:tailEnd type="none"/>
          </a:ln>
        </p:spPr>
        <p:txBody>
          <a:bodyPr anchor="b" wrap="square"/>
          <a:lstStyle>
            <a:lvl1pPr marL="0" indent="0">
              <a:buNone/>
              <a:defRPr sz="2400" b="1" dirty="0"/>
            </a:lvl1pPr>
            <a:lvl2pPr marL="457200" indent="0">
              <a:buNone/>
              <a:defRPr sz="2000" b="1" dirty="0"/>
            </a:lvl2pPr>
            <a:lvl3pPr marL="914400" indent="0">
              <a:buNone/>
              <a:defRPr sz="1800" b="1" dirty="0"/>
            </a:lvl3pPr>
            <a:lvl4pPr marL="1371600" indent="0">
              <a:buNone/>
              <a:defRPr sz="1600" b="1" dirty="0"/>
            </a:lvl4pPr>
            <a:lvl5pPr marL="1828800" indent="0">
              <a:buNone/>
              <a:defRPr sz="1600" b="1" dirty="0"/>
            </a:lvl5pPr>
            <a:lvl6pPr marL="2286000" indent="0">
              <a:buNone/>
              <a:defRPr sz="1600" b="1" dirty="0"/>
            </a:lvl6pPr>
            <a:lvl7pPr marL="2743200" indent="0">
              <a:buNone/>
              <a:defRPr sz="1600" b="1" dirty="0"/>
            </a:lvl7pPr>
            <a:lvl8pPr marL="3200400" indent="0">
              <a:buNone/>
              <a:defRPr sz="1600" b="1" dirty="0"/>
            </a:lvl8pPr>
            <a:lvl9pPr marL="3657600" indent="0">
              <a:buNone/>
              <a:defRPr sz="1600" b="1" dirty="0"/>
            </a:lvl9pPr>
          </a:lstStyle>
          <a:p>
            <a:pPr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ln>
            <a:headEnd type="none"/>
            <a:tailEnd type="none"/>
          </a:ln>
        </p:spPr>
        <p:txBody>
          <a:bodyPr anchor="b" wrap="square"/>
          <a:lstStyle>
            <a:lvl1pPr>
              <a:defRPr sz="3200" dirty="0"/>
            </a:lvl1pPr>
          </a:lstStyle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ln>
            <a:headEnd type="none"/>
            <a:tailEnd type="none"/>
          </a:ln>
        </p:spPr>
        <p:txBody>
          <a:bodyPr wrap="square"/>
          <a:lstStyle>
            <a:lvl1pPr>
              <a:defRPr sz="3200" dirty="0"/>
            </a:lvl1pPr>
            <a:lvl2pPr>
              <a:defRPr sz="2800" dirty="0"/>
            </a:lvl2pPr>
            <a:lvl3pPr>
              <a:defRPr sz="2400" dirty="0"/>
            </a:lvl3pPr>
            <a:lvl4pPr>
              <a:defRPr sz="2000" dirty="0"/>
            </a:lvl4pPr>
            <a:lvl5pPr>
              <a:defRPr sz="2000" dirty="0"/>
            </a:lvl5pPr>
            <a:lvl6pPr>
              <a:defRPr sz="2000" dirty="0"/>
            </a:lvl6pPr>
            <a:lvl7pPr>
              <a:defRPr sz="2000" dirty="0"/>
            </a:lvl7pPr>
            <a:lvl8pPr>
              <a:defRPr sz="2000" dirty="0"/>
            </a:lvl8pPr>
            <a:lvl9pPr>
              <a:defRPr sz="2000" dirty="0"/>
            </a:lvl9pPr>
          </a:lstStyle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00" dirty="0"/>
            </a:lvl1pPr>
            <a:lvl2pPr marL="457200" indent="0">
              <a:buNone/>
              <a:defRPr sz="1400" dirty="0"/>
            </a:lvl2pPr>
            <a:lvl3pPr marL="914400" indent="0">
              <a:buNone/>
              <a:defRPr sz="1200" dirty="0"/>
            </a:lvl3pPr>
            <a:lvl4pPr marL="1371600" indent="0">
              <a:buNone/>
              <a:defRPr sz="1000" dirty="0"/>
            </a:lvl4pPr>
            <a:lvl5pPr marL="1828800" indent="0">
              <a:buNone/>
              <a:defRPr sz="1000" dirty="0"/>
            </a:lvl5pPr>
            <a:lvl6pPr marL="2286000" indent="0">
              <a:buNone/>
              <a:defRPr sz="1000" dirty="0"/>
            </a:lvl6pPr>
            <a:lvl7pPr marL="2743200" indent="0">
              <a:buNone/>
              <a:defRPr sz="1000" dirty="0"/>
            </a:lvl7pPr>
            <a:lvl8pPr marL="3200400" indent="0">
              <a:buNone/>
              <a:defRPr sz="1000" dirty="0"/>
            </a:lvl8pPr>
            <a:lvl9pPr marL="3657600" indent="0">
              <a:buNone/>
              <a:defRPr sz="1000" dirty="0"/>
            </a:lvl9pPr>
          </a:lstStyle>
          <a:p>
            <a:pPr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ln>
            <a:headEnd type="none"/>
            <a:tailEnd type="none"/>
          </a:ln>
        </p:spPr>
        <p:txBody>
          <a:bodyPr anchor="b" wrap="square"/>
          <a:lstStyle>
            <a:lvl1pPr>
              <a:defRPr sz="3200" dirty="0"/>
            </a:lvl1pPr>
          </a:lstStyle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3200" dirty="0"/>
            </a:lvl1pPr>
            <a:lvl2pPr marL="457200" indent="0">
              <a:buNone/>
              <a:defRPr sz="2800" dirty="0"/>
            </a:lvl2pPr>
            <a:lvl3pPr marL="914400" indent="0">
              <a:buNone/>
              <a:defRPr sz="2400" dirty="0"/>
            </a:lvl3pPr>
            <a:lvl4pPr marL="1371600" indent="0">
              <a:buNone/>
              <a:defRPr sz="2000" dirty="0"/>
            </a:lvl4pPr>
            <a:lvl5pPr marL="1828800" indent="0">
              <a:buNone/>
              <a:defRPr sz="2000" dirty="0"/>
            </a:lvl5pPr>
            <a:lvl6pPr marL="2286000" indent="0">
              <a:buNone/>
              <a:defRPr sz="2000" dirty="0"/>
            </a:lvl6pPr>
            <a:lvl7pPr marL="2743200" indent="0">
              <a:buNone/>
              <a:defRPr sz="2000" dirty="0"/>
            </a:lvl7pPr>
            <a:lvl8pPr marL="3200400" indent="0">
              <a:buNone/>
              <a:defRPr sz="2000" dirty="0"/>
            </a:lvl8pPr>
            <a:lvl9pPr marL="3657600" indent="0">
              <a:buNone/>
              <a:defRPr sz="2000" dirty="0"/>
            </a:lvl9pPr>
          </a:lstStyle>
          <a:p>
            <a:pPr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00" dirty="0"/>
            </a:lvl1pPr>
            <a:lvl2pPr marL="457200" indent="0">
              <a:buNone/>
              <a:defRPr sz="1400" dirty="0"/>
            </a:lvl2pPr>
            <a:lvl3pPr marL="914400" indent="0">
              <a:buNone/>
              <a:defRPr sz="1200" dirty="0"/>
            </a:lvl3pPr>
            <a:lvl4pPr marL="1371600" indent="0">
              <a:buNone/>
              <a:defRPr sz="1000" dirty="0"/>
            </a:lvl4pPr>
            <a:lvl5pPr marL="1828800" indent="0">
              <a:buNone/>
              <a:defRPr sz="1000" dirty="0"/>
            </a:lvl5pPr>
            <a:lvl6pPr marL="2286000" indent="0">
              <a:buNone/>
              <a:defRPr sz="1000" dirty="0"/>
            </a:lvl6pPr>
            <a:lvl7pPr marL="2743200" indent="0">
              <a:buNone/>
              <a:defRPr sz="1000" dirty="0"/>
            </a:lvl7pPr>
            <a:lvl8pPr marL="3200400" indent="0">
              <a:buNone/>
              <a:defRPr sz="1000" dirty="0"/>
            </a:lvl8pPr>
            <a:lvl9pPr marL="3657600" indent="0">
              <a:buNone/>
              <a:defRPr sz="1000" dirty="0"/>
            </a:lvl9pPr>
          </a:lstStyle>
          <a:p>
            <a:pPr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ln>
            <a:headEnd type="none"/>
            <a:tailEnd type="none"/>
          </a:ln>
        </p:spPr>
        <p:txBody>
          <a:bodyPr vert="eaVert" wrap="square"/>
          <a:lstStyle/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ln>
            <a:headEnd type="none"/>
            <a:tailEnd type="none"/>
          </a:ln>
        </p:spPr>
        <p:txBody>
          <a:bodyPr vert="eaVert" wrap="square"/>
          <a:lstStyle/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ln>
            <a:headEnd type="none"/>
            <a:tailEnd type="none"/>
          </a:ln>
        </p:spPr>
        <p:txBody>
          <a:bodyPr vert="eaVert" wrap="square"/>
          <a:lstStyle/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&#65279;<?xml version="1.0" encoding="utf-8" standalone="yes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/ppt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>
            <a:normAutofit/>
          </a:bodyPr>
          <a:lstStyle/>
          <a:p>
            <a:pPr/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wrap="square">
            <a:normAutofit/>
          </a:bodyPr>
          <a:lstStyle/>
          <a:p>
            <a:pPr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/>
          <a:lstStyle>
            <a:lvl1pPr algn="l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D4630D1D-EC81-4D12-BBAE-7AD5C46FE905}" type="datetimeFigureOut">
              <a:rPr lang="en-US" dirty="0"/>
              <a:t>7/8/2015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/>
          <a:lstStyle>
            <a:lvl1pPr algn="ctr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ln>
            <a:headEnd type="none"/>
            <a:tailEnd type="none"/>
          </a:ln>
        </p:spPr>
        <p:txBody>
          <a:bodyPr lIns="91440" tIns="45720" rIns="91440" bIns="45720" anchor="ctr" wrap="square"/>
          <a:lstStyle>
            <a:lvl1pPr algn="r">
              <a:defRPr sz="1200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/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SyncfusionLicense"/>
          <p:cNvSpPr txBox="1">
            <a:spLocks noChangeArrowheads="1"/>
          </p:cNvSpPr>
          <p:nvPr/>
        </p:nvSpPr>
        <p:spPr>
          <a:xfrm rot="19980000">
            <a:off x="3206750" y="3111500"/>
            <a:ext cx="5778500" cy="635000"/>
          </a:xfrm>
          <a:prstGeom prst="rect">
            <a:avLst/>
          </a:prstGeom>
          <a:ln>
            <a:headEnd type="none"/>
            <a:tailEnd type="none"/>
          </a:ln>
        </p:spPr>
        <p:txBody>
          <a:bodyPr anchor="ctr" wrap="square">
            <a:spAutoFit/>
          </a:bodyPr>
          <a:lstStyle/>
          <a:p>
            <a:pPr algn="ctr" defTabSz="914400">
              <a:defRPr sz="1800" dirty="0">
                <a:solidFill>
                  <a:srgbClr val="FF0000"/>
                </a:solidFill>
              </a:defRPr>
            </a:pPr>
            <a:r>
              <a:rPr/>
              <a:t>Created with a trial version of Syncfusion PowerPoint library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rtl="0" algn="l" defTabSz="914400">
        <a:lnSpc>
          <a:spcPct val="90000"/>
        </a:lnSpc>
        <a:spcBef>
          <a:spcPct val="0"/>
        </a:spcBef>
        <a:buNone/>
        <a:defRPr sz="4400" kern="1200" dirty="0">
          <a:solidFill>
            <a:srgbClr val="1A237E"/>
          </a:solidFill>
          <a:latin typeface="+mj-lt"/>
          <a:ea typeface="+mj-ea"/>
          <a:cs typeface="+mj-cs"/>
        </a:defRPr>
      </a:lvl1pPr>
    </p:titleStyle>
    <p:bodyStyle>
      <a:lvl1pPr marL="228600" indent="-228600" rtl="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rtl="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 defTabSz="914400">
        <a:defRPr lang="en-US" dirty="0"/>
      </a:defPPr>
      <a:lvl1pPr marL="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4572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9144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3716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8288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2860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6pPr>
      <a:lvl7pPr marL="27432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7pPr>
      <a:lvl8pPr marL="32004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8pPr>
      <a:lvl9pPr marL="3657600" rtl="0" algn="l" defTabSz="914400">
        <a:defRPr sz="1800" kern="1200" dirty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hyperlink" Target="https://www.syncfusion.com/account/claim-license-key?pl=cG93ZXJwb2ludA==&amp;vs=MzMuMi4z" TargetMode="External" /></Relationships>
</file>

<file path=ppt/slides/_rels/slide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hyperlink" Target="https://www.syncfusion.com/account/claim-license-key?pl=cG93ZXJwb2ludA==&amp;vs=MzMuMi4z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0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 defTabSz="914400">
              <a:defRPr sz="4400" b="1" dirty="0"/>
            </a:pPr>
            <a:r>
              <a:rPr/>
              <a:t>HR SKYDDSROND: REGION MITT - 2026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ln>
            <a:headEnd type="none"/>
            <a:tailEnd type="none"/>
          </a:ln>
        </p:spPr>
        <p:txBody>
          <a:bodyPr wrap="square"/>
          <a:lstStyle/>
          <a:p>
            <a:pPr defTabSz="914400">
              <a:defRPr sz="1800" dirty="0"/>
            </a:pPr>
            <a:r>
              <a:rPr/>
              <a:t>STRATEGIC AUDIT // 2026
INSPECTOR: Karin HR-specialist</a:t>
            </a:r>
          </a:p>
        </p:txBody>
      </p:sp>
      <p:sp>
        <p:nvSpPr>
          <p:cNvPr id="4" name="SyncfusionLicense"/>
          <p:cNvSpPr txBox="1">
            <a:spLocks noChangeArrowheads="1"/>
          </p:cNvSpPr>
          <p:nvPr/>
        </p:nvSpPr>
        <p:spPr>
          <a:xfrm rot="0">
            <a:off x="0" y="5715000"/>
            <a:ext cx="12192000" cy="1143000"/>
          </a:xfrm>
          <a:prstGeom prst="rect">
            <a:avLst/>
          </a:prstGeom>
          <a:solidFill>
            <a:srgbClr val="FFFFFF"/>
          </a:solidFill>
          <a:ln>
            <a:headEnd type="none"/>
            <a:tailEnd type="none"/>
          </a:ln>
        </p:spPr>
        <p:txBody>
          <a:bodyPr anchor="ctr" wrap="square">
            <a:spAutoFit/>
          </a:bodyPr>
          <a:lstStyle/>
          <a:p>
            <a:pPr algn="ctr" defTabSz="914400">
              <a:defRPr sz="1800" dirty="0">
                <a:solidFill>
                  <a:srgbClr val="FF0000"/>
                </a:solidFill>
              </a:defRPr>
            </a:pPr>
            <a:r>
              <a:rPr/>
              <a:t>Created with a trial version of Syncfusion PowerPoint library or registered the wrong key in your application. Click </a:t>
            </a:r>
            <a:r>
              <a:rPr dirty="0">
                <a:solidFill>
                  <a:srgbClr val="0000FF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/>
              <a:t> to obtain the valid key.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2"/>
          <p:cNvSpPr>
            <a:spLocks/>
          </p:cNvSpPr>
          <p:nvPr/>
        </p:nvSpPr>
        <p:spPr>
          <a:xfrm rot="0">
            <a:off x="0" y="0"/>
            <a:ext cx="12192000" cy="762000"/>
          </a:xfrm>
          <a:prstGeom prst="rect">
            <a:avLst/>
          </a:prstGeom>
          <a:solidFill>
            <a:srgbClr val="1A237E"/>
          </a:solidFill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/>
          <a:lstStyle/>
          <a:p>
            <a:pPr algn="ctr" defTabSz="914400">
              <a:defRPr sz="2000" b="1" dirty="0"/>
            </a:pPr>
            <a:r>
              <a:rPr/>
              <a:t>OPERATIONAL PERFORMANCE METRICS</a:t>
            </a:r>
          </a:p>
        </p:txBody>
      </p:sp>
      <p:graphicFrame>
        <p:nvGraphicFramePr>
          <p:cNvPr id="3" name="Table 3"/>
          <p:cNvGraphicFramePr/>
          <p:nvPr/>
        </p:nvGraphicFramePr>
        <p:xfrm rot="0">
          <a:off x="635000" y="1270000"/>
          <a:ext cx="10922000" cy="5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1000"/>
                <a:gridCol w="5461000"/>
              </a:tblGrid>
              <a:tr h="317500">
                <a:tc>
                  <a:txBody>
                    <a:bodyPr/>
                    <a:lstStyle/>
                    <a:p>
                      <a:pPr defTabSz="914400">
                        <a:defRPr b="1" dirty="0"/>
                      </a:pPr>
                      <a:r>
                        <a:rPr/>
                        <a:t>INSPECTION AREA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>
                        <a:defRPr b="1" dirty="0"/>
                      </a:pPr>
                      <a:r>
                        <a:rPr/>
                        <a:t>PERFORMANCE SCORE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Ljudnivå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3,2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Belysning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4,5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Temperatur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>
                        <a:defRPr b="1" dirty="0"/>
                      </a:pPr>
                      <a:r>
                        <a:rPr/>
                        <a:t>2,8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Luftkvalitet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3,5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Skrivbordsinställning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4,1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Stolsergonomi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3,9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Skärmhöjd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4,7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Stressnivå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>
                        <a:defRPr b="1" dirty="0"/>
                      </a:pPr>
                      <a:r>
                        <a:rPr/>
                        <a:t>2,1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Arbetsbelastning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>
                        <a:defRPr b="1" dirty="0"/>
                      </a:pPr>
                      <a:r>
                        <a:rPr/>
                        <a:t>2,5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Återhämtning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3,2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Ledarskap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4,8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Teamdynamik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4,4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Kommunikation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4,0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Kränkande särbehandling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5,0</a:t>
                      </a:r>
                    </a:p>
                  </a:txBody>
                  <a:tcPr horzOverflow="overflow"/>
                </a:tc>
              </a:tr>
              <a:tr h="317500"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Hot &amp; Våld</a:t>
                      </a: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/>
                        <a:t>4,9</a:t>
                      </a:r>
                    </a:p>
                  </a:txBody>
                  <a:tcPr horzOverflow="overflow"/>
                </a:tc>
              </a:tr>
            </a:tbl>
          </a:graphicData>
        </a:graphic>
      </p:graphicFrame>
      <p:sp>
        <p:nvSpPr>
          <p:cNvPr id="4" name="Rectangle4"/>
          <p:cNvSpPr>
            <a:spLocks/>
          </p:cNvSpPr>
          <p:nvPr/>
        </p:nvSpPr>
        <p:spPr>
          <a:xfrm rot="0">
            <a:off x="635000" y="6350000"/>
            <a:ext cx="5080000" cy="381000"/>
          </a:xfrm>
          <a:prstGeom prst="rect">
            <a:avLst/>
          </a:prstGeom>
          <a:noFill/>
          <a:ln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/>
          <a:lstStyle/>
          <a:p>
            <a:pPr defTabSz="914400">
              <a:defRPr sz="900" dirty="0"/>
            </a:pPr>
            <a:r>
              <a:rPr/>
              <a:t>Generated via Syncfusion Engine | 2026-04-23</a:t>
            </a:r>
          </a:p>
        </p:txBody>
      </p:sp>
      <p:sp>
        <p:nvSpPr>
          <p:cNvPr id="5" name="SyncfusionLicense"/>
          <p:cNvSpPr txBox="1">
            <a:spLocks noChangeArrowheads="1"/>
          </p:cNvSpPr>
          <p:nvPr/>
        </p:nvSpPr>
        <p:spPr>
          <a:xfrm rot="0">
            <a:off x="0" y="5715000"/>
            <a:ext cx="12192000" cy="1143000"/>
          </a:xfrm>
          <a:prstGeom prst="rect">
            <a:avLst/>
          </a:prstGeom>
          <a:solidFill>
            <a:srgbClr val="FFFFFF"/>
          </a:solidFill>
          <a:ln>
            <a:headEnd type="none"/>
            <a:tailEnd type="none"/>
          </a:ln>
        </p:spPr>
        <p:txBody>
          <a:bodyPr anchor="ctr" wrap="square">
            <a:spAutoFit/>
          </a:bodyPr>
          <a:lstStyle/>
          <a:p>
            <a:pPr algn="ctr" defTabSz="914400">
              <a:defRPr sz="1800" dirty="0">
                <a:solidFill>
                  <a:srgbClr val="FF0000"/>
                </a:solidFill>
              </a:defRPr>
            </a:pPr>
            <a:r>
              <a:rPr/>
              <a:t>Created with a trial version of Syncfusion PowerPoint library or registered the wrong key in your application. Click </a:t>
            </a:r>
            <a:r>
              <a:rPr dirty="0">
                <a:solidFill>
                  <a:srgbClr val="0000FF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r>
              <a:rPr/>
              <a:t> to obtain the valid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/>
        </a:gradFill>
      </a:fillStyleLst>
      <a:lnStyleLst>
        <a:ln w="6350" cap="flat">
          <a:solidFill>
            <a:schemeClr val="phClr"/>
          </a:solidFill>
          <a:prstDash val="solid"/>
          <a:miter/>
          <a:headEnd type="none"/>
          <a:tailEnd type="none"/>
        </a:ln>
        <a:ln w="12700" cap="flat">
          <a:solidFill>
            <a:schemeClr val="phClr"/>
          </a:solidFill>
          <a:prstDash val="solid"/>
          <a:miter/>
          <a:headEnd type="none"/>
          <a:tailEnd type="none"/>
        </a:ln>
        <a:ln w="19050" cap="flat">
          <a:solidFill>
            <a:schemeClr val="phClr"/>
          </a:solidFill>
          <a:prstDash val="solid"/>
          <a:miter/>
          <a:headEnd type="none"/>
          <a:tailEnd type="none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Essential Presentation</Application>
  <Characters>0</Characters>
  <Lines>0</Lines>
  <MMClips>0</MMClips>
  <Notes>0</Notes>
  <Pages>0</Pages>
  <Paragraphs>0</Paragraphs>
  <HiddenSlides>0</HiddenSlides>
  <LinksUpToDate>false</LinksUpToDate>
  <ScaleCrop>false</ScaleCrop>
  <Slides>0</Slides>
  <TotalTime>0</TotalTime>
  <Words>0</Words>
  <AppVersion>16.0000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terms:modified xsi:type="dcterms:W3CDTF">2026-04-24T08:09:31Z</dcterms:modified>
</cp:coreProperties>
</file>